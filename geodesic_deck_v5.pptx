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188720"/>
            <a:ext cx="54864" cy="2560320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Geodesic Blockchain 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Due Diligence  ·  9 Modules  ·  Interactive Demo  ·  April 2026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5029200" cy="27432"/>
          </a:xfrm>
          <a:prstGeom prst="rect">
            <a:avLst/>
          </a:prstGeom>
          <a:solidFill>
            <a:srgbClr val="7B8EC8">
              <a:alpha val="60000"/>
            </a:srgbClr>
          </a:solidFill>
          <a:ln w="12700">
            <a:solidFill>
              <a:srgbClr val="7B8EC8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88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Patent:  </a:t>
            </a:r>
            <a:pPr indent="0" marL="0">
              <a:buNone/>
            </a:pPr>
            <a:r>
              <a:rPr lang="en-US" sz="110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Blockchain AI for Optimized Distributed Ledger Consensus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154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pPr indent="0" marL="0">
              <a:buNone/>
            </a:pPr>
            <a:r>
              <a:rPr lang="en-US" sz="110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9 patent claims implemented · interactive GUI demo · localhost:7432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730"/>
          </a:solidFill>
          <a:ln w="12700">
            <a:solidFill>
              <a:srgbClr val="1117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8EC8"/>
                </a:solidFill>
              </a:rPr>
              <a:t>Independent technical review — for discussion purposes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9 Patent Claims — Implementation Status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24128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Geodesic Overlay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4813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nodes · diameter 12 · 480 edges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2412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24128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972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Edge Weighting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· 100% success · +12.7% latency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10128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024128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24128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44768" y="10972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Traffic Simulation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1481328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M/M/1 · 4 strategies · +51% peak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82880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286000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359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Curl Mitigation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27432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Stokes · 85 vortices · +16.4%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0906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286000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359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Flow Balancing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10128" y="27432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6 sinks/4 sources · +31.4%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0128" y="30906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28600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286000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235915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ComCoin Economics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44768" y="2743200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· 18 mints · supply stable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44768" y="309067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547872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621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Signal Analysis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" y="40050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0% err · Wavelet · FIR -64% noise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" y="43525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0" y="3547872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3547872"/>
            <a:ext cx="45720" cy="114300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621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Genetic Evolution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310128" y="40050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DEAP · +11.1% fitness · curl 8→1.84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10128" y="43525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547872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3547872"/>
            <a:ext cx="45720" cy="1143000"/>
          </a:xfrm>
          <a:prstGeom prst="rect">
            <a:avLst/>
          </a:prstGeom>
          <a:solidFill>
            <a:srgbClr val="B08800"/>
          </a:solidFill>
          <a:ln w="12700">
            <a:solidFill>
              <a:srgbClr val="B08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362102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Dirac Validator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44768" y="400507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4-spinor tx priority · mempool ordering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44768" y="43525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Planned — post-meeting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800600"/>
            <a:ext cx="128016" cy="128016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7640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— working Python implementation + GUI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4800600"/>
            <a:ext cx="128016" cy="128016"/>
          </a:xfrm>
          <a:prstGeom prst="rect">
            <a:avLst/>
          </a:prstGeom>
          <a:solidFill>
            <a:srgbClr val="B08800"/>
          </a:solidFill>
          <a:ln w="12700">
            <a:solidFill>
              <a:srgbClr val="B088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56048" y="47640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implement after inventor meeting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 &amp; 2 — Geodesic Overlay + AI Routing  (Clean Network)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2296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859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37744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182880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82880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" y="283464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" y="283464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" y="28712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+12.7%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7744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gain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4592" y="384048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4592" y="384048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3877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37744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804672"/>
            <a:ext cx="7269480" cy="37490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DQN wins 14/20 pairs, avg +12.7% latency. Losses only on 1-2 hop paths where no optimisation is possible.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 — Traffic Simulation Under Congestion  (M/M/1 Model)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8814816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B08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8503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finding: DQN trained on static latency collapses (-20% to -53%). Adding utilisation rho as 11th input and retraining recovers to +51%.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280160"/>
            <a:ext cx="8814816" cy="33101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Congestion-aware DQN (+rho feature) achieves +51% at peak load, closely tracking the oracle ceiling.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4 — Stokes's Theorem Curl Mitigation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71232" y="82296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71232" y="82296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44384" y="859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44384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vortex faces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(|curl|&gt;1)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71232" y="182880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71232" y="182880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44384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|curl|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71232" y="283464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71232" y="283464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8712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+16.4%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44384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71232" y="384048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384048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3877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-38%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44384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exposure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04672"/>
            <a:ext cx="7269480" cy="37673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Stokes curl detection validated. Curl-aware routing reduces vortex exposure by 38% and cuts latency by 16.4%.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5 — Green's Theorem Flow Balancing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71232" y="82296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71232" y="82296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44384" y="859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44384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 nodes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 &lt; -1)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71232" y="182880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71232" y="1828800"/>
            <a:ext cx="45720" cy="896112"/>
          </a:xfrm>
          <a:prstGeom prst="rect">
            <a:avLst/>
          </a:prstGeom>
          <a:solidFill>
            <a:srgbClr val="B08800"/>
          </a:solidFill>
          <a:ln w="12700">
            <a:solidFill>
              <a:srgbClr val="B0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088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44384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nodes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 &gt; 1)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71232" y="283464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71232" y="283464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8712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+31.4%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44384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single)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71232" y="384048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384048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3877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44384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04672"/>
            <a:ext cx="7269480" cy="37673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Green-aware routing achieves best single-theorem result (+31.4%). Detects sinks and sources that Stokes curl cannot see.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6 — ComCoin Elastic Supply  (Divergence Theorem)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71232" y="82296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71232" y="82296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44384" y="859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44384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events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71232" y="182880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71232" y="182880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44384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events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71232" y="283464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71232" y="283464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8712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+0.52%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44384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supply drift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71232" y="384048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3840480"/>
            <a:ext cx="45720" cy="89611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3877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6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-64.2%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44384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filter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04672"/>
            <a:ext cx="7269480" cy="37673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ComCoin supply responds elastically to network load. EMA controller stable at 0.077% std dev. Redemption windows enforced.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7 — Signal Analysis  (Fourier · Wavelet · Z-transform)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71232" y="82296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71232" y="82296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44384" y="859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44384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detected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(steps) 0% error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71232" y="182880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71232" y="1828800"/>
            <a:ext cx="45720" cy="89611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6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-69.7%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44384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noise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71232" y="283464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71232" y="2834640"/>
            <a:ext cx="45720" cy="8961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8712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-64.2%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44384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 Z-filter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71232" y="384048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3840480"/>
            <a:ext cx="45720" cy="896112"/>
          </a:xfrm>
          <a:prstGeom prst="rect">
            <a:avLst/>
          </a:prstGeom>
          <a:solidFill>
            <a:srgbClr val="7B8EC8"/>
          </a:solidFill>
          <a:ln w="12700">
            <a:solidFill>
              <a:srgbClr val="7B8E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3877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44384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wavelet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level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04672"/>
            <a:ext cx="7269480" cy="37673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Fourier detects injected periodicity with 0% error. Z-filter reduces governance signal noise by 64%, EMA by 70%.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8 — Genetic Algorithm Parameter Evolution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71232" y="82296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71232" y="82296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44384" y="859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+11.1%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44384" y="1280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gain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hand-tuned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571232" y="182880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71232" y="1828800"/>
            <a:ext cx="45720" cy="896112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44384" y="186537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68.2%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44384" y="22860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gain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39.7%)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71232" y="283464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71232" y="2834640"/>
            <a:ext cx="45720" cy="896112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87121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8→1.84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44384" y="3291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penalty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finding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71232" y="3840480"/>
            <a:ext cx="14173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71232" y="3840480"/>
            <a:ext cx="45720" cy="896112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44384" y="387705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6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44384" y="4297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(30 pop, 20 gen)</a:t>
            </a:r>
            <a:endParaRPr lang="en-US" sz="8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804672"/>
            <a:ext cx="7269480" cy="37673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GA discovered curl_penalty was over-aggressive (8→1.84). Latency improves from 39.7% to 68.2%. Best params saved to best_params.json.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Demo — localhost:7432  (python app.py)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5720" cy="658368"/>
          </a:xfrm>
          <a:prstGeom prst="rect">
            <a:avLst/>
          </a:prstGeom>
          <a:solidFill>
            <a:srgbClr val="0969DA"/>
          </a:solidFill>
          <a:ln w="12700">
            <a:solidFill>
              <a:srgbClr val="0969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59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969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778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82296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04872" y="822960"/>
            <a:ext cx="45720" cy="658368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859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8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~26s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82112" y="8778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81144" y="82296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822960"/>
            <a:ext cx="45720" cy="658368"/>
          </a:xfrm>
          <a:prstGeom prst="rect">
            <a:avLst/>
          </a:prstGeom>
          <a:solidFill>
            <a:srgbClr val="E8635A"/>
          </a:solidFill>
          <a:ln w="12700">
            <a:solidFill>
              <a:srgbClr val="E86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859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58384" y="8778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module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57416" y="822960"/>
            <a:ext cx="1920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822960"/>
            <a:ext cx="45720" cy="658368"/>
          </a:xfrm>
          <a:prstGeom prst="rect">
            <a:avLst/>
          </a:prstGeom>
          <a:solidFill>
            <a:srgbClr val="7B8EC8"/>
          </a:solidFill>
          <a:ln w="12700">
            <a:solidFill>
              <a:srgbClr val="7B8E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67144" y="859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8E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34656" y="8778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9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536192"/>
            <a:ext cx="8814816" cy="30632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64592" y="4645152"/>
            <a:ext cx="8814816" cy="347472"/>
          </a:xfrm>
          <a:prstGeom prst="rect">
            <a:avLst/>
          </a:prstGeom>
          <a:solidFill>
            <a:srgbClr val="EEF9F1"/>
          </a:solidFill>
          <a:ln w="12700">
            <a:solidFill>
              <a:srgbClr val="22863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92608" y="467258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8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pipeline in one browser tab. Change any parameter, get a time estimate, run only dirty modules. Results saved to Claude-readable JSON.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Results — All Validated Modules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60120"/>
          <a:ext cx="8686800" cy="3858768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4663440"/>
              </a:tblGrid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/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Geodesic mesh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icosahedral overlay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 12 vs 20-40 hops (random P2P)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DQN router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Geometry-aware neural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+12.7% latency  ·  100% success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Traffic sim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DQN-base under M/M/1 congestion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E86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-19% to -53%  -- collapses without rho 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Traffic sim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DQN-cong (+rho, retrained)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+6% to +51%  -- tracks oracle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Stokes curl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Curl-aware Dijkstra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+16.4%  ·  85 vortices detected and avoided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Green 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Divergence-aware Dijkstra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+31.4%  ·  best single-theorem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ComCoin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 divergence controller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stable · 0.077% std dev · +0.52% drift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Signal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Fourier + Wavelet + Z-filter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detected 0% error  ·  -64% noise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Genetic optimizer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DEAP GA, 8-gene chromosome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28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+11.1% fitness  ·  curl 8→1.84  ·  latency 40→68%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 demo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+ SSE + smart cache + 32 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969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localhost:7432  ·  26s default run  ·  dirty-only re-runs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10328"/>
            <a:ext cx="84124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insight: 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Hand-tuned curl penalty was over-aggressive. GA found optimal at 1.84, lifting latency gain 39.7% → 68.2%.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 &amp; Collaboration Basis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7772400" cy="27432"/>
          </a:xfrm>
          <a:prstGeom prst="rect">
            <a:avLst/>
          </a:prstGeom>
          <a:solidFill>
            <a:srgbClr val="7B8EC8">
              <a:alpha val="50000"/>
            </a:srgbClr>
          </a:solidFill>
          <a:ln w="12700">
            <a:solidFill>
              <a:srgbClr val="7B8EC8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+ delivered 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topology reduces worst-case hops by ~60%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8379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routing: 100% success, +12.7% clean-network gain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258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Congestion-aware DQN: +51% at peak load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6791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Stokes + Green theorems: +16% and +31% independently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0998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ComCoin supply elastic and stable under simulation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discovers optimal params — curl penalty halved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9410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GUI demo — 32 knobs, smart cache, ~26s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patent 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Goal-conditioned DQN — not in patent, essential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8379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rho feature — not in patent, essential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2585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divergence controller — not in patent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6791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curl calibration insight — not in patent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3099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 validator — one Claude Code session away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testnet deployment — next milestone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9410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◦  </a:t>
            </a:r>
            <a:pPr indent="0" marL="0">
              <a:buNone/>
            </a:pPr>
            <a:r>
              <a:rPr lang="en-US" sz="1050" dirty="0">
                <a:solidFill>
                  <a:srgbClr val="7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symphony — generative composition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730"/>
          </a:solidFill>
          <a:ln w="12700">
            <a:solidFill>
              <a:srgbClr val="1117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collaboration:  </a:t>
            </a:r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networking expertise  +  prototype validation  +  4 novel contributions beyond the patent  +  GUI demo  +  testnet deployment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Geodesic Blockchain AI — Full Due Diligence v5</dc:title>
  <dc:subject>PptxGenJS Presentation</dc:subject>
  <dc:creator>PptxGenJS</dc:creator>
  <cp:lastModifiedBy>PptxGenJS</cp:lastModifiedBy>
  <cp:revision>1</cp:revision>
  <dcterms:created xsi:type="dcterms:W3CDTF">2026-04-10T06:34:57Z</dcterms:created>
  <dcterms:modified xsi:type="dcterms:W3CDTF">2026-04-10T06:34:57Z</dcterms:modified>
</cp:coreProperties>
</file>